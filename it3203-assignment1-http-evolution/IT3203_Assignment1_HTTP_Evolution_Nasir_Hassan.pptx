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HTTP: The Protocol That Carries the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743200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DCEBFF"/>
                </a:solidFill>
              </a:defRPr>
            </a:pPr>
            <a:r>
              <a:t>IT 3203 Assignment 1: Research and Learn Web 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40156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DCEBFF"/>
                </a:solidFill>
              </a:defRPr>
            </a:pPr>
            <a:r>
              <a:t>Prepared by Nasir Hassan • Fall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059935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DCEBFF"/>
                </a:solidFill>
              </a:defRPr>
            </a:pPr>
            <a:r>
              <a:t>Research focus: one web component — Hypertext Transfer Protocol (HTTP). This report explains HTTP's purpose, history, recent development, current status, and future direction.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2926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EDCFF"/>
                </a:solidFill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15544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1F33"/>
                </a:solidFill>
              </a:defRPr>
            </a:pPr>
            <a:r>
              <a:t>Executive overview: what this report teaches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744200" cy="43708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HTTP is the common language that lets browsers, servers, apps, APIs, and content delivery networks exchange web resources.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HTTP began as a tiny protocol for requesting one hypertext document. It evolved into a flexible application protocol for documents, media, APIs, streaming, security policies, and web applications.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The basic request/response meaning stayed stable while the transport improved: HTTP/1.1 emphasized reuse, HTTP/2 added multiplexing, and HTTP/3 moved to QUIC.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Modern HTTP affects speed, reliability, privacy, and security every time a user loads a page, submits a form, opens a web app, or calls an API.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36792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Sources: RFC 9110; RFC 9113; RFC 9114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2926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EDCFF"/>
                </a:solidFill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15544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1F33"/>
                </a:solidFill>
              </a:defRPr>
            </a:pPr>
            <a:r>
              <a:t>Research scope and learning goals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744200" cy="43708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This report focuses only on HTTP, rather than browsers, HTML, URLs, or web servers.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Main question: How did HTTP evolve from a simple document-transfer protocol into the modern system that supports secure, high-performance web applications?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Learning goals include explaining HTTP's role, tracing major versions, understanding methods and status codes, examining HTTPS and caching, comparing performance designs, and evaluating future directions.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The slides are written as a self-contained learning resource for high school students, so the text explains the ideas without requiring an oral presentation.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36792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Sources: IT 3203 Assignment 1 prompt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2926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EDCFF"/>
                </a:solidFill>
              </a:defRPr>
            </a:pPr>
            <a:r>
              <a:t>Core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15544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1F33"/>
                </a:solidFill>
              </a:defRPr>
            </a:pPr>
            <a:r>
              <a:t>Where HTTP fits in a web request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744200" cy="43708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A browser is the client. A web server or CDN is the service that receives requests and returns responses.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Before HTTP content moves, DNS usually resolves the domain name and the device creates a network connection. HTTPS also negotiates TLS encryption.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The browser sends an HTTP request containing a method, target path, headers, and sometimes a body. The server returns a status, headers, and usually a response body.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HTML describes page structure, CSS controls appearance, and JavaScript controls behavior. HTTP is the delivery and coordination protocol that moves those resources.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36792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Sources: RFC 9110; MDN Evolution of HTTP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2926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EDCFF"/>
                </a:solidFill>
              </a:defRPr>
            </a:pPr>
            <a:r>
              <a:t>Core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15544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1F33"/>
                </a:solidFill>
              </a:defRPr>
            </a:pPr>
            <a:r>
              <a:t>The request/response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744200" cy="43708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A request asks for an action or resource. Example: GET /products.html HTTP/1.1 with Host and Accept headers.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A response reports the result. Example: HTTP/1.1 200 OK followed by headers such as Content-Type and Cache-Control.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The body can carry HTML, JSON, CSS, JavaScript, images, video data, or uploaded form content.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Because the conversation is standardized, browsers and servers from different organizations can communicate without having been designed together.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36792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Sources: RFC 9110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2926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EDCFF"/>
                </a:solidFill>
              </a:defRPr>
            </a:pPr>
            <a:r>
              <a:t>Core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15544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1F33"/>
                </a:solidFill>
              </a:defRPr>
            </a:pPr>
            <a:r>
              <a:t>HTTP message parts and why they matter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744200" cy="43708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The start line identifies the method and target for a request, or the status code for a response.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Headers are key-value metadata fields. They can describe content type, compression, caching, language, authentication, cookies, cross-origin rules, and security policy.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A blank line separates the headers from the optional message body.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HTTP is stateless: each request can be understood independently. Sites add continuity through cookies, sessions, tokens, caches, and databases.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36792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Sources: RFC 9110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2926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EDCFF"/>
                </a:solidFill>
              </a:defRPr>
            </a:pPr>
            <a:r>
              <a:t>Core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15544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1F33"/>
                </a:solidFill>
              </a:defRPr>
            </a:pPr>
            <a:r>
              <a:t>Important HTTP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744200" cy="43708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GET retrieves a resource and should not normally change server state.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POST submits data or asks the server to create or process something, such as a form submission or API request.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PUT typically replaces a resource, while PATCH changes part of a resource.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DELETE asks the server to remove a resource. HEAD is similar to GET but requests headers without the response body.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Methods give web APIs a shared vocabulary for describing what the client wants to 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36792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Sources: RFC 9110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2926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EDCFF"/>
                </a:solidFill>
              </a:defRPr>
            </a:pPr>
            <a:r>
              <a:t>Core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15544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1F33"/>
                </a:solidFill>
              </a:defRPr>
            </a:pPr>
            <a:r>
              <a:t>Status codes: software-readable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744200" cy="43708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1xx codes provide informational responses. 2xx codes mean a request succeeded; 200 OK is the most familiar example.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3xx codes indicate redirection or another location. 301 and 302 are common redirect responses.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4xx codes indicate a client-side problem, such as 400 Bad Request, 401 Unauthorized, 403 Forbidden, or 404 Not Found.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5xx codes indicate a server-side failure, such as 500 Internal Server Error or 503 Service Unavailable.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Status codes allow software to react automatically instead of trying to interpret an error page as ordinary content.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36792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Sources: RFC 9110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2926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EDCFF"/>
                </a:solidFill>
              </a:defRPr>
            </a:pPr>
            <a:r>
              <a:t>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15544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1F33"/>
                </a:solidFill>
              </a:defRPr>
            </a:pPr>
            <a:r>
              <a:t>Origin story: the web needed a protocol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744200" cy="43708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In 1989 Tim Berners-Lee proposed a networked hypertext system at CERN. The early World Wide Web combined HTML documents, URLs, a browser, a web server, and HTTP.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HTTP's job was to exchange web documents. The first design emphasized simplicity because the early web mostly transferred text and hypertext.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As the web added images, forms, multiple media types, e-commerce, APIs, and rich applications, HTTP gained metadata and performance features.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The historical lesson is that HTTP stayed useful because it could evolve without changing its central request/response idea.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36792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Sources: W3C Information Management: A Proposal; MDN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2926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EDCFF"/>
                </a:solidFill>
              </a:defRPr>
            </a:pPr>
            <a:r>
              <a:t>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15544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1F33"/>
                </a:solidFill>
              </a:defRPr>
            </a:pPr>
            <a:r>
              <a:t>HTTP/0.9: the one-line protocol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744200" cy="43708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An early request could be as small as GET /index.html.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The server returned the document directly. There were no response headers, status codes, content types, or standardized error codes.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Only GET was supported, so the design was focused on retrieving hypertext documents rather than submitting complex data.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This model became too limited once the web needed images, forms, different content types, caching, and automatic browser behavior.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36792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Sources: MDN Evolution of HTTP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2926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EDCFF"/>
                </a:solidFill>
              </a:defRPr>
            </a:pPr>
            <a:r>
              <a:t>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15544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1F33"/>
                </a:solidFill>
              </a:defRPr>
            </a:pPr>
            <a:r>
              <a:t>HTTP/1.0: headers made HTTP extensible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744200" cy="43708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HTTP/1.0 documented protocol versioning, status codes, headers, and support for different media types.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Content-Type allowed the response to identify HTML, images, downloads, and other file formats.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Status codes allowed browsers to distinguish success, redirects, missing files, and server errors.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Headers created an extension mechanism that later supported caching, cookies, authentication, security policy, compression, and content negotiation.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36792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Sources: RFC 1945; MDN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2926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EDCFF"/>
                </a:solidFill>
              </a:defRPr>
            </a:pPr>
            <a:r>
              <a:t>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15544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1F33"/>
                </a:solidFill>
              </a:defRPr>
            </a:pPr>
            <a:r>
              <a:t>HTTP/1.1: standardization and reuse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744200" cy="43708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HTTP/1.1 became the long-lasting foundation of web communication.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Persistent connections allowed many requests to reuse one TCP connection instead of repeatedly paying connection-setup cost.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The Host header made virtual hosting practical by allowing many domain names to share one IP address.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HTTP/1.1 also clarified caching, content negotiation, range requests, chunked transfer, and other behaviors important to the commercial web.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36792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Sources: RFC 9112; MDN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2926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EDCFF"/>
                </a:solidFill>
              </a:defRPr>
            </a:pPr>
            <a:r>
              <a:t>HTTP/1.1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15544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1F33"/>
                </a:solidFill>
              </a:defRPr>
            </a:pPr>
            <a:r>
              <a:t>Caching: avoiding unnecessary downloads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744200" cy="43708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A cache stores a previously received response so it may be reused instead of downloaded again.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Cache-Control can define freshness rules, while ETag and Last-Modified help a browser validate whether a stored copy is still current.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Effective caching improves page speed and reduces bandwidth use for both users and servers.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CDNs extend the same idea globally by serving copies from edge locations closer to users.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36792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Sources: RFC 9111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2926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EDCFF"/>
                </a:solidFill>
              </a:defRPr>
            </a:pPr>
            <a:r>
              <a:t>HTTP/1.1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15544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1F33"/>
                </a:solidFill>
              </a:defRPr>
            </a:pPr>
            <a:r>
              <a:t>Content negotiation and compression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744200" cy="43708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Clients can advertise acceptable languages, formats, and encodings using request headers.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Servers can choose an appropriate representation and identify it with response headers.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Compression such as gzip or Brotli can reduce the number of bytes sent across the network.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This made HTTP a coordination system for how content should be delivered, not merely a pipe carrying the content.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36792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Sources: RFC 9110; RFC 9111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2926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EDCFF"/>
                </a:solidFill>
              </a:defRPr>
            </a:pPr>
            <a:r>
              <a:t>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15544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1F33"/>
                </a:solidFill>
              </a:defRPr>
            </a:pPr>
            <a:r>
              <a:t>Cookies and web sessions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744200" cy="43708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HTTP itself is stateless, but cookies allow a server to place small pieces of state in a browser and receive them with later requests.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Cookies can support login sessions, preferences, shopping carts, and analytics.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Security attributes such as Secure, HttpOnly, and SameSite help limit how cookies are sent or accessed.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Because cookies can also be used for tracking, they are an important part of modern privacy and browser policy discussions.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36792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Sources: RFC 6265 family; MDN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2926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EDCFF"/>
                </a:solidFill>
              </a:defRPr>
            </a:pPr>
            <a:r>
              <a:t>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15544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1F33"/>
                </a:solidFill>
              </a:defRPr>
            </a:pPr>
            <a:r>
              <a:t>HTTPS: HTTP protected by TLS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744200" cy="43708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Plain HTTP can expose data to interception or modification on an untrusted network.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HTTPS runs HTTP through TLS. TLS encrypts traffic, helps authenticate the server, and protects message integrity in transit.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HTTPS is essential for passwords, payment information, authentication cookies, personal messages, and forms.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Modern browsers increasingly treat HTTPS as the normal expectation for trustworthy sites and reserve important features for secure contexts.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36792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Sources: RFC 9110; TLS specifications; MDN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2926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EDCFF"/>
                </a:solidFill>
              </a:defRPr>
            </a:pPr>
            <a:r>
              <a:t>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15544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1F33"/>
                </a:solidFill>
              </a:defRPr>
            </a:pPr>
            <a:r>
              <a:t>HTTP and modern web APIs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744200" cy="43708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A web API often uses the same HTTP methods, headers, status codes, and URLs that browsers use.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JSON is a common API body format because applications can easily convert it into objects and data structures.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REST-style APIs commonly use GET to read, POST to create or process, PUT/PATCH to update, and DELETE to remove.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HTTP's broad tool support makes APIs easy to test with browsers, curl, developer tools, gateways, and monitoring systems.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36792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Sources: RFC 9110; MDN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2926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EDCFF"/>
                </a:solidFill>
              </a:defRPr>
            </a:pPr>
            <a:r>
              <a:t>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15544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1F33"/>
                </a:solidFill>
              </a:defRPr>
            </a:pPr>
            <a:r>
              <a:t>The HTTP/1.1 performance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744200" cy="43708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Modern pages can require HTML, CSS, JavaScript, images, fonts, analytics, API calls, ads, and third-party resources.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Browsers opened several TCP connections per origin to reduce waiting, but many parallel connections add setup overhead and compete for network capacity.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HTTP/1.1 pipelining was difficult to deploy because one slow response could delay responses behind it.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These performance pressures helped motivate a new wire format while preserving HTTP semantics.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36792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Sources: MDN Evolution of HTTP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2926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EDCFF"/>
                </a:solidFill>
              </a:defRPr>
            </a:pPr>
            <a:r>
              <a:t>HTTP/2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15544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1F33"/>
                </a:solidFill>
              </a:defRPr>
            </a:pPr>
            <a:r>
              <a:t>HTTP/2: same meaning, new wire format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744200" cy="43708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HTTP/2 kept familiar methods, status codes, headers, URLs, and application semantics.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It introduced binary framing. Requests and responses are divided into frames associated with streams.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Multiplexing allows several streams to share one connection instead of requiring a separate connection for each resource.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HPACK header compression reduces repeated header bytes, which is useful because many requests send similar metadata.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36792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Sources: RFC 9113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2926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EDCFF"/>
                </a:solidFill>
              </a:defRPr>
            </a:pPr>
            <a:r>
              <a:t>HTTP/2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15544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1F33"/>
                </a:solidFill>
              </a:defRPr>
            </a:pPr>
            <a:r>
              <a:t>HTTP/2 multiplexing explained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744200" cy="43708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Think of HTTP/1.1 as several checkout lines that may each move at different speeds. HTTP/2 organizes many conversations inside one coordinated connection.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Frames from different streams can be interleaved, so one application request does not need to fully finish before another starts sending data.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This reduces the need for domain sharding and other workarounds that websites used to create more parallel connections.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HTTP/2 improves application-layer concurrency, but it still runs over TCP, whose ordered delivery can cause transport-level blocking when packets are lost.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36792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Sources: RFC 9113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2926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EDCFF"/>
                </a:solidFill>
              </a:defRPr>
            </a:pPr>
            <a:r>
              <a:t>HTTP/3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15544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1F33"/>
                </a:solidFill>
              </a:defRPr>
            </a:pPr>
            <a:r>
              <a:t>Why HTTP/3 uses QUIC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744200" cy="43708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HTTP/3 preserves HTTP semantics but runs over QUIC instead of TCP.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QUIC is built over UDP and includes secure connection setup, multiplexed streams, loss recovery, and connection migration.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A lost packet affecting one QUIC stream does not automatically block delivery of unrelated streams in the same way TCP's single ordered byte stream can.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QUIC was designed with encryption from the beginning, so HTTP/3 deployment is closely tied to modern secure networking.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36792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Sources: RFC 9000; RFC 9114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2926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EDCFF"/>
                </a:solidFill>
              </a:defRPr>
            </a:pPr>
            <a:r>
              <a:t>HTTP/3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15544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1F33"/>
                </a:solidFill>
              </a:defRPr>
            </a:pPr>
            <a:r>
              <a:t>Connection migration and mobile networks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744200" cy="43708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Phones frequently move between Wi-Fi and cellular networks or change network paths.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Traditional TCP connections are strongly tied to endpoint addressing, so a path change can require a new connection.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QUIC uses connection identifiers that can let an established connection survive some address changes.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This does not eliminate every mobile-network problem, but it is an example of transport design adapting to how people actually use the internet today.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36792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Sources: RFC 9000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2926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EDCFF"/>
                </a:solidFill>
              </a:defRPr>
            </a:pPr>
            <a: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15544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1F33"/>
                </a:solidFill>
              </a:defRPr>
            </a:pPr>
            <a:r>
              <a:t>Comparing HTTP generations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744200" cy="43708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HTTP/0.9: extremely simple document retrieval, but no headers or status codes.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HTTP/1.0: adds metadata, status codes, and content types, but commonly creates many short connections.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HTTP/1.1: adds durable standardization, persistent connections, caching, and virtual hosting, but still faces ordering and concurrency limits.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HTTP/2: adds binary framing, multiplexing, and header compression while keeping TCP.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HTTP/3: keeps HTTP semantics but uses QUIC for secure, multiplexed transport with improved behavior under loss and path changes.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36792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Sources: RFC 9110–9114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2926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EDCFF"/>
                </a:solidFill>
              </a:defRPr>
            </a:pPr>
            <a:r>
              <a:t>Current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15544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1F33"/>
                </a:solidFill>
              </a:defRPr>
            </a:pPr>
            <a:r>
              <a:t>Current status: several versions coexist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744200" cy="43708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The public web does not switch protocols all at once. HTTP/1.1, HTTP/2, and HTTP/3 can coexist because clients and servers negotiate what they support.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HTTP/1.1 remains important as a compatibility and fallback protocol.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HTTP/2 is widely deployed across browsers, web servers, reverse proxies, and CDNs.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HTTP/3 continues growing as QUIC support becomes common, especially through large browsers, cloud platforms, and content delivery networks.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36792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Sources: W3Techs; browser and CDN documentation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2926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EDCFF"/>
                </a:solidFill>
              </a:defRPr>
            </a:pPr>
            <a:r>
              <a:t>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15544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1F33"/>
                </a:solidFill>
              </a:defRPr>
            </a:pPr>
            <a:r>
              <a:t>People and organizations behind HTTP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744200" cy="43708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Tim Berners-Lee and CERN created the original World Wide Web system in which HTTP first appeared.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The Internet Engineering Task Force (IETF) develops open internet standards and publishes HTTP specifications as RFCs.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Browser vendors such as Google, Mozilla, Apple, and Microsoft implement protocol negotiation, security policy, caching, and compatibility behavior.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Cloud providers, CDNs, server projects, and networking researchers test and deploy HTTP versions at internet scale.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36792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Sources: W3C history; IETF HTTP Working Group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2926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EDCFF"/>
                </a:solidFill>
              </a:defRPr>
            </a:pPr>
            <a:r>
              <a:t>Recent Developments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15544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1F33"/>
                </a:solidFill>
              </a:defRPr>
            </a:pPr>
            <a:r>
              <a:t>Recent developments: HTTP still changes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744200" cy="43708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In 2022 the core HTTP standards were reorganized into modern RFCs covering semantics, caching, HTTP/1.1, HTTP/2, and HTTP/3.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Extensible prioritization work aims to provide simpler signals for deciding which responses or resources should receive attention first.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103 Early Hints can allow a server to send useful resource hints before the final response is ready.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Research continues on HTTP/3 security, performance, proxies, loss behavior, and quality of experience, showing that standardization continues after initial deployment.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36792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Sources: RFC 9110–9114; RFC 9218; RFC 8297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2926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EDCFF"/>
                </a:solidFill>
              </a:defRPr>
            </a:pPr>
            <a:r>
              <a:t>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15544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1F33"/>
                </a:solidFill>
              </a:defRPr>
            </a:pPr>
            <a:r>
              <a:t>Future directions after HTTP/3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744200" cy="43708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The future is likely to focus more on extending secure, efficient HTTP than on replacing the entire protocol model.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Encrypted-by-default traffic will continue to shape browser security, enterprise networking, monitoring, and privacy design.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QUIC-based technologies such as WebTransport and proxy/tunneling work explore uses beyond ordinary page loading.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Edge computing will keep using HTTP caching, routing, headers, and security policy to move application logic and content closer to users.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36792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Sources: RFC 9000; RFC 9114; RFC 9218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2926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EDCFF"/>
                </a:solidFill>
              </a:defRPr>
            </a:pPr>
            <a:r>
              <a:t>Critical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15544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1F33"/>
                </a:solidFill>
              </a:defRPr>
            </a:pPr>
            <a:r>
              <a:t>Challenges and tradeoffs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744200" cy="43708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Compatibility matters because new protocol versions must coexist with older clients, servers, proxies, firewalls, and embedded systems.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Encryption improves user privacy but changes what intermediate network devices can inspect, increasing the importance of endpoint logging and observability.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HTTP/3 and QUIC introduce new code paths that load balancers, firewalls, CDNs, and servers must implement correctly.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Performance is contextual: caching, server location, JavaScript weight, image size, and application design can matter as much as the negotiated HTTP version.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36792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Sources: RFC 9110–9114; HTTP/3 research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2926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EDCFF"/>
                </a:solidFill>
              </a:defRPr>
            </a:pPr>
            <a:r>
              <a:t>Critical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15544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1F33"/>
                </a:solidFill>
              </a:defRPr>
            </a:pPr>
            <a:r>
              <a:t>Security problems HTTP deployments must manage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744200" cy="43708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Request smuggling and parsing differences can appear when multiple systems disagree about HTTP message boundaries.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Cache poisoning can cause incorrect or attacker-controlled content to be stored and delivered to other users.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Cross-origin mistakes, weak cookie settings, or missing security headers can expose data even when TLS is present.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Standards reduce risk, but secure operation still requires correct configuration, patching, logging, testing, and application-level security practices.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36792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Sources: OWASP; RFC 9110–9114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2926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EDCFF"/>
                </a:solidFill>
              </a:defRPr>
            </a:pPr>
            <a:r>
              <a:t>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15544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1F33"/>
                </a:solidFill>
              </a:defRPr>
            </a:pPr>
            <a:r>
              <a:t>Demonstration: inspect HTTP in a browser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744200" cy="43708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Open Chrome, Edge, or Firefox Developer Tools and select the Network tab.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Reload a page and select a request. Inspect the request URL, method, status, request headers, response headers, content type, timing, and protocol information.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Look for Cache-Control, ETag, Content-Encoding, Set-Cookie, Strict-Transport-Security, and Alt-Svc when available.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A useful learning activity is to compare a school site, a news site, and a small personal site and record their methods, statuses, cache rules, security headers, and protocol versions.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36792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Sources: Browser DevTools documentation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2926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EDCFF"/>
                </a:solidFill>
              </a:defRPr>
            </a:pPr>
            <a:r>
              <a:t>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15544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1F33"/>
                </a:solidFill>
              </a:defRPr>
            </a:pPr>
            <a:r>
              <a:t>Demonstration: inspect HTTP with curl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744200" cy="43708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curl is a command-line tool that can send HTTP requests and display responses.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Example: curl -I https://example.com requests response headers without downloading the full body.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A curl build with HTTP/3 support can attempt QUIC using options such as --http3.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Command-line testing helps students see HTTP as a protocol independently from the visual browser interface.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36792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Sources: curl documentation; RFC 9110; RFC 9114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2926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EDC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15544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1F33"/>
                </a:solidFill>
              </a:defRPr>
            </a:pPr>
            <a:r>
              <a:t>Conclusion: HTTP is the web's coordination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744200" cy="43708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HTTP began with a simple GET request for a hypertext document and grew because headers, methods, and status codes made it extensible.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HTTP/1.1 made web delivery practical at scale with standardization, persistent connections, caching, and virtual hosting.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HTTP/2 improved concurrency by changing framing and multiplexing while preserving application semantics.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HTTP/3 moved the protocol over QUIC to address transport-level limitations and modern network behavior.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HTTP remains successful because the web can keep the same high-level language while improving performance, security, and transport underneath.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36792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Sources: MDN; RFC 9110–9114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2926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EDCFF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15544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1F33"/>
                </a:solidFill>
              </a:defRPr>
            </a:pPr>
            <a:r>
              <a:t>References and good resources (1 of 2)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744200" cy="43708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Berners-Lee, T. (1989). Information Management: A Proposal. W3C history archive. https://www.w3.org/History/1989/proposal.html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MDN Web Docs. Evolution of HTTP. https://developer.mozilla.org/en-US/docs/Web/HTTP/Guides/Evolution_of_HTTP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Fielding, Nottingham, &amp; Reschke. RFC 9110: HTTP Semantics. https://datatracker.ietf.org/doc/html/rfc9110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Fielding, Nottingham, &amp; Reschke. RFC 9111: HTTP Caching. https://datatracker.ietf.org/doc/html/rfc9111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Fielding, Nottingham, &amp; Reschke. RFC 9112: HTTP/1.1. https://datatracker.ietf.org/doc/html/rfc9112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Thomson &amp; Benfield. RFC 9113: HTTP/2. https://datatracker.ietf.org/doc/html/rfc9113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36792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Sources: Primary standards and learning resources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2926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EDCFF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15544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1F33"/>
                </a:solidFill>
              </a:defRPr>
            </a:pPr>
            <a:r>
              <a:t>References and good resources (2 of 2)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744200" cy="43708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Bishop, M. RFC 9114: HTTP/3. https://datatracker.ietf.org/doc/html/rfc9114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Iyengar &amp; Thomson. RFC 9000: QUIC. https://datatracker.ietf.org/doc/html/rfc9000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W3Techs. HTTP/2 and HTTP/3 usage statistics. https://w3techs.com/technologies/overview/web_server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Cloudflare Blog. HTTP/3: the past, the present, and the future. https://blog.cloudflare.com/http3-the-past-present-and-future/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Nottingham &amp; Oku. RFC 9218: Extensible Prioritization Scheme for HTTP. https://datatracker.ietf.org/doc/html/rfc9218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Thomson. RFC 8297: An HTTP Status Code for Indicating Hints. https://datatracker.ietf.org/doc/html/rfc8297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Chatzoglou et al. HTTP/3 security research. https://arxiv.org/abs/2208.06722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36792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Sources: Additional current-status and future-direction resources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2926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EDCFF"/>
                </a:solidFill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15544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1F33"/>
                </a:solidFill>
              </a:defRPr>
            </a:pPr>
            <a:r>
              <a:t>Appendix: quick glossary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744200" cy="43708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Client — program that sends HTTP requests, such as a browser, app, curl, or another server.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Server — program or service that accepts HTTP requests and sends responses.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Header — key-value metadata field controlling content type, caching, cookies, security, compression, and more.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TLS — encryption and authentication technology used by HTTPS.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CDN — content delivery network that serves content from locations closer to users.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QUIC — secure UDP-based transport used by HTTP/3.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Head-of-line blocking — delay in which one stalled item prevents later items from progressing.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API — application programming interface; many modern APIs use HTTP methods, headers, status codes, and JSON bodies.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36792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Sources: RFC 9110; RFC 9114; MDN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